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D66E6-806C-4AC2-B859-B26ABE18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BE142E-357F-4C44-AB73-46589A37B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553CD-334A-49F7-AB71-0A2AC540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34200-898B-49F6-AF0B-412B1E01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EEC36-A7DB-46A5-85F4-215B77AD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77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0D0C0-4C33-4CE2-BEFF-A0B3E85E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9C965-DF3F-4FA6-8767-47A18255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14736-FD72-4148-8633-8F3DD94D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6DDB-6F4C-44C4-A8E6-FF0CA7EE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09CA0F-1766-4600-AE0D-F2D5594A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84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ED9DB-3F7D-4184-8079-C163F5D1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CCDB6-BC32-4F41-A705-7DA017117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810097-D153-4302-A9A6-1CA1A0E6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5E91A5-B43C-4ECC-950B-A3925801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CEEFB-7383-4573-ACA2-96F34AE3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4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32F17-B3C4-4090-8D08-BE98581F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380F0-4E59-46BA-9510-D4602F200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EA71A7-7DFA-4C5F-B903-2620C1E12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D85267-E897-4939-AE58-E7230286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993B9A-57D4-44B7-91AA-7F7B658F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38BB8-7656-4774-9E76-37A92E58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33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3032A-5197-418D-81F7-FDB391F49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84B58-CAEB-4047-911D-0893E39A6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203A89-BF48-4A63-919A-42EBBD27A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52676B-2C55-472A-AB58-0ED77845D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A1C933-0671-48CA-B3A4-8BD163F5E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F2F8ED-98F1-425F-85D4-D52C666F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105102-AF6B-4947-B917-683ADED4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48E8DC-AA9A-495C-B5E6-A63C2E1E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53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0A748-F346-42BA-BEB5-C2B8BDF8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EFAFE1-8A20-40A5-9343-B27B6093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5425CB-409F-4548-8D32-AB0759D4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5583E5-E293-41E5-9FE9-67D19A9E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35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CA1709-D6C2-477A-8E08-56C0974C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FFCA3B-D1FA-4949-A9F8-F73327E5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5A532-B000-46B9-9F75-11869B6C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8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01AFE-1DBB-4EE4-B62E-270AB505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B0CE0F-3537-41CF-8A52-16AC599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69FBE4-84B0-41B8-9705-B5C1F214A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B25CD8-7B4F-4B43-94A0-E109EE7C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A31EB7-14D8-422F-8A24-69777D58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4CFA2-1B2D-4690-864B-DCC5B3AB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8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97207-0E68-4EB7-9953-66B6A58E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03D165-719F-4AA5-BECE-0F8FA3655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93EBB3-9B21-476F-A2DF-6AB0951DD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B00865-769E-4FC5-88ED-B948931F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1B73DE-0790-410D-A717-4A2BA63C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BB3487-4E9D-4488-A9B6-D918D2A6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66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DD6C8-CA48-40CF-BE57-70A0D9EE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78FFE6-B528-4F4B-BDEE-D4C8484C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8EF31-78AB-42E2-9BA4-BA06AEA6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9165-5BAA-404D-A535-FC67F769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D175C-DB0E-40E9-B381-29FB8A56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06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62B264-70ED-46C2-B3B1-D9B06A3F1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375BCA-99EC-40DB-A317-D91F09E1A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84AC95-74AB-4B76-BC88-94C2C39E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336166-934B-43AF-837C-9D492B944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96612-F251-45D7-B579-C9FEE6F6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98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385A95-947C-4917-86C2-36681A54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300A0A-959A-44EF-A794-C820C6E09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80045-2C8E-4452-BBCA-9C5A240B3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D49E5-04A8-4742-ADDA-ECB7634A936C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3F70C-5AD9-426F-B279-50B69DD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BA3020-9441-449E-B29B-202E97F91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8CBD0-F9E6-417D-81CD-F00A4025A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28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59AFA45A-385C-4FDF-98B2-C0D3BD54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5" t="2040" r="12530" b="6939"/>
          <a:stretch/>
        </p:blipFill>
        <p:spPr>
          <a:xfrm>
            <a:off x="755780" y="1"/>
            <a:ext cx="105124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BAEFF-65EB-4F94-9915-8B6235A13788}"/>
              </a:ext>
            </a:extLst>
          </p:cNvPr>
          <p:cNvSpPr txBox="1"/>
          <p:nvPr/>
        </p:nvSpPr>
        <p:spPr>
          <a:xfrm>
            <a:off x="2627904" y="429807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9957A-9659-4093-A6B9-397A075E0BF7}"/>
              </a:ext>
            </a:extLst>
          </p:cNvPr>
          <p:cNvSpPr txBox="1"/>
          <p:nvPr/>
        </p:nvSpPr>
        <p:spPr>
          <a:xfrm>
            <a:off x="3902639" y="432564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7EE4-32E6-41A9-BC19-69CA40A866A0}"/>
              </a:ext>
            </a:extLst>
          </p:cNvPr>
          <p:cNvSpPr txBox="1"/>
          <p:nvPr/>
        </p:nvSpPr>
        <p:spPr>
          <a:xfrm>
            <a:off x="2413105" y="507150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F7E0F-F637-47C6-B0B4-202AF9C707AB}"/>
              </a:ext>
            </a:extLst>
          </p:cNvPr>
          <p:cNvSpPr txBox="1"/>
          <p:nvPr/>
        </p:nvSpPr>
        <p:spPr>
          <a:xfrm>
            <a:off x="3726582" y="56524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EA1A1-E347-4D47-B330-F4F551E24C7E}"/>
              </a:ext>
            </a:extLst>
          </p:cNvPr>
          <p:cNvSpPr txBox="1"/>
          <p:nvPr/>
        </p:nvSpPr>
        <p:spPr>
          <a:xfrm>
            <a:off x="7001484" y="94278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07245-AD05-4E4C-B704-F474D9DCFA82}"/>
              </a:ext>
            </a:extLst>
          </p:cNvPr>
          <p:cNvSpPr txBox="1"/>
          <p:nvPr/>
        </p:nvSpPr>
        <p:spPr>
          <a:xfrm>
            <a:off x="8061192" y="159479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17BA-1EAE-44E6-A3DB-3A23C6743BBB}"/>
              </a:ext>
            </a:extLst>
          </p:cNvPr>
          <p:cNvSpPr txBox="1"/>
          <p:nvPr/>
        </p:nvSpPr>
        <p:spPr>
          <a:xfrm>
            <a:off x="6654184" y="247263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96BC0-9744-4B0F-A7A1-299ECF7326FF}"/>
              </a:ext>
            </a:extLst>
          </p:cNvPr>
          <p:cNvSpPr txBox="1"/>
          <p:nvPr/>
        </p:nvSpPr>
        <p:spPr>
          <a:xfrm>
            <a:off x="8289460" y="37983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D7989-FA1A-4A9F-BE2B-3FCBD46BA72F}"/>
              </a:ext>
            </a:extLst>
          </p:cNvPr>
          <p:cNvSpPr txBox="1"/>
          <p:nvPr/>
        </p:nvSpPr>
        <p:spPr>
          <a:xfrm>
            <a:off x="7147663" y="36136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33C73-BE93-42FC-B4BA-34CC73E4B463}"/>
              </a:ext>
            </a:extLst>
          </p:cNvPr>
          <p:cNvSpPr txBox="1"/>
          <p:nvPr/>
        </p:nvSpPr>
        <p:spPr>
          <a:xfrm>
            <a:off x="5747186" y="399542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19AFC-FD09-44DD-9120-8AD10027461E}"/>
              </a:ext>
            </a:extLst>
          </p:cNvPr>
          <p:cNvSpPr txBox="1"/>
          <p:nvPr/>
        </p:nvSpPr>
        <p:spPr>
          <a:xfrm>
            <a:off x="3942387" y="33884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D7C233-A907-4826-B80E-896A40BDC158}"/>
              </a:ext>
            </a:extLst>
          </p:cNvPr>
          <p:cNvSpPr txBox="1"/>
          <p:nvPr/>
        </p:nvSpPr>
        <p:spPr>
          <a:xfrm>
            <a:off x="4773022" y="56235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55EB8-DCDA-4382-B1B0-5BC8D6659F45}"/>
              </a:ext>
            </a:extLst>
          </p:cNvPr>
          <p:cNvSpPr txBox="1"/>
          <p:nvPr/>
        </p:nvSpPr>
        <p:spPr>
          <a:xfrm>
            <a:off x="5008984" y="47555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EE2F4-24DD-47BB-86B4-8E79810495F5}"/>
              </a:ext>
            </a:extLst>
          </p:cNvPr>
          <p:cNvSpPr txBox="1"/>
          <p:nvPr/>
        </p:nvSpPr>
        <p:spPr>
          <a:xfrm>
            <a:off x="9744476" y="367198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1988A-DDEE-4140-B53F-7A2E390A6337}"/>
              </a:ext>
            </a:extLst>
          </p:cNvPr>
          <p:cNvSpPr txBox="1"/>
          <p:nvPr/>
        </p:nvSpPr>
        <p:spPr>
          <a:xfrm>
            <a:off x="8898916" y="468318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83AD5-4B28-4D13-BDDE-D7EECE66C8BD}"/>
              </a:ext>
            </a:extLst>
          </p:cNvPr>
          <p:cNvSpPr txBox="1"/>
          <p:nvPr/>
        </p:nvSpPr>
        <p:spPr>
          <a:xfrm>
            <a:off x="6319315" y="5193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4699C1-9948-4DEE-A262-B25A1D0197B6}"/>
              </a:ext>
            </a:extLst>
          </p:cNvPr>
          <p:cNvSpPr txBox="1"/>
          <p:nvPr/>
        </p:nvSpPr>
        <p:spPr>
          <a:xfrm>
            <a:off x="7383625" y="47038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611BA-E73C-41D4-AE84-D1CBF575CE34}"/>
              </a:ext>
            </a:extLst>
          </p:cNvPr>
          <p:cNvSpPr txBox="1"/>
          <p:nvPr/>
        </p:nvSpPr>
        <p:spPr>
          <a:xfrm>
            <a:off x="5636620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7FE74-BC35-4D70-AB8F-C03F2F594BE9}"/>
              </a:ext>
            </a:extLst>
          </p:cNvPr>
          <p:cNvSpPr txBox="1"/>
          <p:nvPr/>
        </p:nvSpPr>
        <p:spPr>
          <a:xfrm>
            <a:off x="6058471" y="330265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C1F83-A1C8-49D8-9F77-937C23EC40D4}"/>
              </a:ext>
            </a:extLst>
          </p:cNvPr>
          <p:cNvSpPr txBox="1"/>
          <p:nvPr/>
        </p:nvSpPr>
        <p:spPr>
          <a:xfrm>
            <a:off x="1605325" y="33644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C39E2-8858-4C53-854B-6BBF2AE547A6}"/>
              </a:ext>
            </a:extLst>
          </p:cNvPr>
          <p:cNvSpPr txBox="1"/>
          <p:nvPr/>
        </p:nvSpPr>
        <p:spPr>
          <a:xfrm>
            <a:off x="7443957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F93BF-D905-4C43-AF70-B170AC4201F8}"/>
              </a:ext>
            </a:extLst>
          </p:cNvPr>
          <p:cNvSpPr txBox="1"/>
          <p:nvPr/>
        </p:nvSpPr>
        <p:spPr>
          <a:xfrm>
            <a:off x="4504293" y="299536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40C1E-206E-480F-AEFA-82BA77B09805}"/>
              </a:ext>
            </a:extLst>
          </p:cNvPr>
          <p:cNvSpPr txBox="1"/>
          <p:nvPr/>
        </p:nvSpPr>
        <p:spPr>
          <a:xfrm>
            <a:off x="4282339" y="210329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9196C-86D6-41DD-89B2-E8E12BB4E216}"/>
              </a:ext>
            </a:extLst>
          </p:cNvPr>
          <p:cNvSpPr txBox="1"/>
          <p:nvPr/>
        </p:nvSpPr>
        <p:spPr>
          <a:xfrm>
            <a:off x="6436883" y="147035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DECCD1-5FB5-48A0-9DCD-01C79D4B5BE9}"/>
              </a:ext>
            </a:extLst>
          </p:cNvPr>
          <p:cNvSpPr txBox="1"/>
          <p:nvPr/>
        </p:nvSpPr>
        <p:spPr>
          <a:xfrm>
            <a:off x="8458619" y="244231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83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59AFA45A-385C-4FDF-98B2-C0D3BD54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5" t="2040" r="12530" b="6939"/>
          <a:stretch/>
        </p:blipFill>
        <p:spPr>
          <a:xfrm>
            <a:off x="755780" y="1"/>
            <a:ext cx="105124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BAEFF-65EB-4F94-9915-8B6235A13788}"/>
              </a:ext>
            </a:extLst>
          </p:cNvPr>
          <p:cNvSpPr txBox="1"/>
          <p:nvPr/>
        </p:nvSpPr>
        <p:spPr>
          <a:xfrm>
            <a:off x="2627904" y="429807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9957A-9659-4093-A6B9-397A075E0BF7}"/>
              </a:ext>
            </a:extLst>
          </p:cNvPr>
          <p:cNvSpPr txBox="1"/>
          <p:nvPr/>
        </p:nvSpPr>
        <p:spPr>
          <a:xfrm>
            <a:off x="3902639" y="432564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7EE4-32E6-41A9-BC19-69CA40A866A0}"/>
              </a:ext>
            </a:extLst>
          </p:cNvPr>
          <p:cNvSpPr txBox="1"/>
          <p:nvPr/>
        </p:nvSpPr>
        <p:spPr>
          <a:xfrm>
            <a:off x="2413105" y="507150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F7E0F-F637-47C6-B0B4-202AF9C707AB}"/>
              </a:ext>
            </a:extLst>
          </p:cNvPr>
          <p:cNvSpPr txBox="1"/>
          <p:nvPr/>
        </p:nvSpPr>
        <p:spPr>
          <a:xfrm>
            <a:off x="3726582" y="56524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EA1A1-E347-4D47-B330-F4F551E24C7E}"/>
              </a:ext>
            </a:extLst>
          </p:cNvPr>
          <p:cNvSpPr txBox="1"/>
          <p:nvPr/>
        </p:nvSpPr>
        <p:spPr>
          <a:xfrm>
            <a:off x="7001484" y="94278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07245-AD05-4E4C-B704-F474D9DCFA82}"/>
              </a:ext>
            </a:extLst>
          </p:cNvPr>
          <p:cNvSpPr txBox="1"/>
          <p:nvPr/>
        </p:nvSpPr>
        <p:spPr>
          <a:xfrm>
            <a:off x="8061192" y="159479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17BA-1EAE-44E6-A3DB-3A23C6743BBB}"/>
              </a:ext>
            </a:extLst>
          </p:cNvPr>
          <p:cNvSpPr txBox="1"/>
          <p:nvPr/>
        </p:nvSpPr>
        <p:spPr>
          <a:xfrm>
            <a:off x="6654184" y="247263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96BC0-9744-4B0F-A7A1-299ECF7326FF}"/>
              </a:ext>
            </a:extLst>
          </p:cNvPr>
          <p:cNvSpPr txBox="1"/>
          <p:nvPr/>
        </p:nvSpPr>
        <p:spPr>
          <a:xfrm>
            <a:off x="8289460" y="37983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D7989-FA1A-4A9F-BE2B-3FCBD46BA72F}"/>
              </a:ext>
            </a:extLst>
          </p:cNvPr>
          <p:cNvSpPr txBox="1"/>
          <p:nvPr/>
        </p:nvSpPr>
        <p:spPr>
          <a:xfrm>
            <a:off x="7147663" y="36136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33C73-BE93-42FC-B4BA-34CC73E4B463}"/>
              </a:ext>
            </a:extLst>
          </p:cNvPr>
          <p:cNvSpPr txBox="1"/>
          <p:nvPr/>
        </p:nvSpPr>
        <p:spPr>
          <a:xfrm>
            <a:off x="5747186" y="399542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19AFC-FD09-44DD-9120-8AD10027461E}"/>
              </a:ext>
            </a:extLst>
          </p:cNvPr>
          <p:cNvSpPr txBox="1"/>
          <p:nvPr/>
        </p:nvSpPr>
        <p:spPr>
          <a:xfrm>
            <a:off x="3942387" y="33884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D7C233-A907-4826-B80E-896A40BDC158}"/>
              </a:ext>
            </a:extLst>
          </p:cNvPr>
          <p:cNvSpPr txBox="1"/>
          <p:nvPr/>
        </p:nvSpPr>
        <p:spPr>
          <a:xfrm>
            <a:off x="4773022" y="56235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55EB8-DCDA-4382-B1B0-5BC8D6659F45}"/>
              </a:ext>
            </a:extLst>
          </p:cNvPr>
          <p:cNvSpPr txBox="1"/>
          <p:nvPr/>
        </p:nvSpPr>
        <p:spPr>
          <a:xfrm>
            <a:off x="5008984" y="47555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EE2F4-24DD-47BB-86B4-8E79810495F5}"/>
              </a:ext>
            </a:extLst>
          </p:cNvPr>
          <p:cNvSpPr txBox="1"/>
          <p:nvPr/>
        </p:nvSpPr>
        <p:spPr>
          <a:xfrm>
            <a:off x="9744476" y="367198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1988A-DDEE-4140-B53F-7A2E390A6337}"/>
              </a:ext>
            </a:extLst>
          </p:cNvPr>
          <p:cNvSpPr txBox="1"/>
          <p:nvPr/>
        </p:nvSpPr>
        <p:spPr>
          <a:xfrm>
            <a:off x="8898916" y="468318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83AD5-4B28-4D13-BDDE-D7EECE66C8BD}"/>
              </a:ext>
            </a:extLst>
          </p:cNvPr>
          <p:cNvSpPr txBox="1"/>
          <p:nvPr/>
        </p:nvSpPr>
        <p:spPr>
          <a:xfrm>
            <a:off x="6319315" y="5193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4699C1-9948-4DEE-A262-B25A1D0197B6}"/>
              </a:ext>
            </a:extLst>
          </p:cNvPr>
          <p:cNvSpPr txBox="1"/>
          <p:nvPr/>
        </p:nvSpPr>
        <p:spPr>
          <a:xfrm>
            <a:off x="7383625" y="47038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611BA-E73C-41D4-AE84-D1CBF575CE34}"/>
              </a:ext>
            </a:extLst>
          </p:cNvPr>
          <p:cNvSpPr txBox="1"/>
          <p:nvPr/>
        </p:nvSpPr>
        <p:spPr>
          <a:xfrm>
            <a:off x="5636620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7FE74-BC35-4D70-AB8F-C03F2F594BE9}"/>
              </a:ext>
            </a:extLst>
          </p:cNvPr>
          <p:cNvSpPr txBox="1"/>
          <p:nvPr/>
        </p:nvSpPr>
        <p:spPr>
          <a:xfrm>
            <a:off x="6058471" y="330265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C1F83-A1C8-49D8-9F77-937C23EC40D4}"/>
              </a:ext>
            </a:extLst>
          </p:cNvPr>
          <p:cNvSpPr txBox="1"/>
          <p:nvPr/>
        </p:nvSpPr>
        <p:spPr>
          <a:xfrm>
            <a:off x="1605325" y="33644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C39E2-8858-4C53-854B-6BBF2AE547A6}"/>
              </a:ext>
            </a:extLst>
          </p:cNvPr>
          <p:cNvSpPr txBox="1"/>
          <p:nvPr/>
        </p:nvSpPr>
        <p:spPr>
          <a:xfrm>
            <a:off x="7443957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F93BF-D905-4C43-AF70-B170AC4201F8}"/>
              </a:ext>
            </a:extLst>
          </p:cNvPr>
          <p:cNvSpPr txBox="1"/>
          <p:nvPr/>
        </p:nvSpPr>
        <p:spPr>
          <a:xfrm>
            <a:off x="4504293" y="299536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40C1E-206E-480F-AEFA-82BA77B09805}"/>
              </a:ext>
            </a:extLst>
          </p:cNvPr>
          <p:cNvSpPr txBox="1"/>
          <p:nvPr/>
        </p:nvSpPr>
        <p:spPr>
          <a:xfrm>
            <a:off x="4282339" y="210329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9196C-86D6-41DD-89B2-E8E12BB4E216}"/>
              </a:ext>
            </a:extLst>
          </p:cNvPr>
          <p:cNvSpPr txBox="1"/>
          <p:nvPr/>
        </p:nvSpPr>
        <p:spPr>
          <a:xfrm>
            <a:off x="6436883" y="147035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DECCD1-5FB5-48A0-9DCD-01C79D4B5BE9}"/>
              </a:ext>
            </a:extLst>
          </p:cNvPr>
          <p:cNvSpPr txBox="1"/>
          <p:nvPr/>
        </p:nvSpPr>
        <p:spPr>
          <a:xfrm>
            <a:off x="8458619" y="244231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34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59AFA45A-385C-4FDF-98B2-C0D3BD54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5" t="2040" r="12530" b="6939"/>
          <a:stretch/>
        </p:blipFill>
        <p:spPr>
          <a:xfrm>
            <a:off x="755780" y="1"/>
            <a:ext cx="105124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BAEFF-65EB-4F94-9915-8B6235A13788}"/>
              </a:ext>
            </a:extLst>
          </p:cNvPr>
          <p:cNvSpPr txBox="1"/>
          <p:nvPr/>
        </p:nvSpPr>
        <p:spPr>
          <a:xfrm>
            <a:off x="2627904" y="429807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9957A-9659-4093-A6B9-397A075E0BF7}"/>
              </a:ext>
            </a:extLst>
          </p:cNvPr>
          <p:cNvSpPr txBox="1"/>
          <p:nvPr/>
        </p:nvSpPr>
        <p:spPr>
          <a:xfrm>
            <a:off x="3902639" y="432564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7EE4-32E6-41A9-BC19-69CA40A866A0}"/>
              </a:ext>
            </a:extLst>
          </p:cNvPr>
          <p:cNvSpPr txBox="1"/>
          <p:nvPr/>
        </p:nvSpPr>
        <p:spPr>
          <a:xfrm>
            <a:off x="2413105" y="507150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F7E0F-F637-47C6-B0B4-202AF9C707AB}"/>
              </a:ext>
            </a:extLst>
          </p:cNvPr>
          <p:cNvSpPr txBox="1"/>
          <p:nvPr/>
        </p:nvSpPr>
        <p:spPr>
          <a:xfrm>
            <a:off x="3726582" y="56524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EA1A1-E347-4D47-B330-F4F551E24C7E}"/>
              </a:ext>
            </a:extLst>
          </p:cNvPr>
          <p:cNvSpPr txBox="1"/>
          <p:nvPr/>
        </p:nvSpPr>
        <p:spPr>
          <a:xfrm>
            <a:off x="7001484" y="94278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07245-AD05-4E4C-B704-F474D9DCFA82}"/>
              </a:ext>
            </a:extLst>
          </p:cNvPr>
          <p:cNvSpPr txBox="1"/>
          <p:nvPr/>
        </p:nvSpPr>
        <p:spPr>
          <a:xfrm>
            <a:off x="8061192" y="159479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17BA-1EAE-44E6-A3DB-3A23C6743BBB}"/>
              </a:ext>
            </a:extLst>
          </p:cNvPr>
          <p:cNvSpPr txBox="1"/>
          <p:nvPr/>
        </p:nvSpPr>
        <p:spPr>
          <a:xfrm>
            <a:off x="6654184" y="247263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96BC0-9744-4B0F-A7A1-299ECF7326FF}"/>
              </a:ext>
            </a:extLst>
          </p:cNvPr>
          <p:cNvSpPr txBox="1"/>
          <p:nvPr/>
        </p:nvSpPr>
        <p:spPr>
          <a:xfrm>
            <a:off x="8289460" y="37983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D7989-FA1A-4A9F-BE2B-3FCBD46BA72F}"/>
              </a:ext>
            </a:extLst>
          </p:cNvPr>
          <p:cNvSpPr txBox="1"/>
          <p:nvPr/>
        </p:nvSpPr>
        <p:spPr>
          <a:xfrm>
            <a:off x="7147663" y="36136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33C73-BE93-42FC-B4BA-34CC73E4B463}"/>
              </a:ext>
            </a:extLst>
          </p:cNvPr>
          <p:cNvSpPr txBox="1"/>
          <p:nvPr/>
        </p:nvSpPr>
        <p:spPr>
          <a:xfrm>
            <a:off x="5747186" y="399542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19AFC-FD09-44DD-9120-8AD10027461E}"/>
              </a:ext>
            </a:extLst>
          </p:cNvPr>
          <p:cNvSpPr txBox="1"/>
          <p:nvPr/>
        </p:nvSpPr>
        <p:spPr>
          <a:xfrm>
            <a:off x="3942387" y="33884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D7C233-A907-4826-B80E-896A40BDC158}"/>
              </a:ext>
            </a:extLst>
          </p:cNvPr>
          <p:cNvSpPr txBox="1"/>
          <p:nvPr/>
        </p:nvSpPr>
        <p:spPr>
          <a:xfrm>
            <a:off x="4773022" y="56235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55EB8-DCDA-4382-B1B0-5BC8D6659F45}"/>
              </a:ext>
            </a:extLst>
          </p:cNvPr>
          <p:cNvSpPr txBox="1"/>
          <p:nvPr/>
        </p:nvSpPr>
        <p:spPr>
          <a:xfrm>
            <a:off x="5008984" y="47555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EE2F4-24DD-47BB-86B4-8E79810495F5}"/>
              </a:ext>
            </a:extLst>
          </p:cNvPr>
          <p:cNvSpPr txBox="1"/>
          <p:nvPr/>
        </p:nvSpPr>
        <p:spPr>
          <a:xfrm>
            <a:off x="9744476" y="367198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1988A-DDEE-4140-B53F-7A2E390A6337}"/>
              </a:ext>
            </a:extLst>
          </p:cNvPr>
          <p:cNvSpPr txBox="1"/>
          <p:nvPr/>
        </p:nvSpPr>
        <p:spPr>
          <a:xfrm>
            <a:off x="8898916" y="468318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83AD5-4B28-4D13-BDDE-D7EECE66C8BD}"/>
              </a:ext>
            </a:extLst>
          </p:cNvPr>
          <p:cNvSpPr txBox="1"/>
          <p:nvPr/>
        </p:nvSpPr>
        <p:spPr>
          <a:xfrm>
            <a:off x="6319315" y="5193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4699C1-9948-4DEE-A262-B25A1D0197B6}"/>
              </a:ext>
            </a:extLst>
          </p:cNvPr>
          <p:cNvSpPr txBox="1"/>
          <p:nvPr/>
        </p:nvSpPr>
        <p:spPr>
          <a:xfrm>
            <a:off x="7383625" y="47038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611BA-E73C-41D4-AE84-D1CBF575CE34}"/>
              </a:ext>
            </a:extLst>
          </p:cNvPr>
          <p:cNvSpPr txBox="1"/>
          <p:nvPr/>
        </p:nvSpPr>
        <p:spPr>
          <a:xfrm>
            <a:off x="5636620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7FE74-BC35-4D70-AB8F-C03F2F594BE9}"/>
              </a:ext>
            </a:extLst>
          </p:cNvPr>
          <p:cNvSpPr txBox="1"/>
          <p:nvPr/>
        </p:nvSpPr>
        <p:spPr>
          <a:xfrm>
            <a:off x="6058471" y="330265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C1F83-A1C8-49D8-9F77-937C23EC40D4}"/>
              </a:ext>
            </a:extLst>
          </p:cNvPr>
          <p:cNvSpPr txBox="1"/>
          <p:nvPr/>
        </p:nvSpPr>
        <p:spPr>
          <a:xfrm>
            <a:off x="1605325" y="33644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C39E2-8858-4C53-854B-6BBF2AE547A6}"/>
              </a:ext>
            </a:extLst>
          </p:cNvPr>
          <p:cNvSpPr txBox="1"/>
          <p:nvPr/>
        </p:nvSpPr>
        <p:spPr>
          <a:xfrm>
            <a:off x="7443957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F93BF-D905-4C43-AF70-B170AC4201F8}"/>
              </a:ext>
            </a:extLst>
          </p:cNvPr>
          <p:cNvSpPr txBox="1"/>
          <p:nvPr/>
        </p:nvSpPr>
        <p:spPr>
          <a:xfrm>
            <a:off x="4504293" y="299536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40C1E-206E-480F-AEFA-82BA77B09805}"/>
              </a:ext>
            </a:extLst>
          </p:cNvPr>
          <p:cNvSpPr txBox="1"/>
          <p:nvPr/>
        </p:nvSpPr>
        <p:spPr>
          <a:xfrm>
            <a:off x="4282339" y="210329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9196C-86D6-41DD-89B2-E8E12BB4E216}"/>
              </a:ext>
            </a:extLst>
          </p:cNvPr>
          <p:cNvSpPr txBox="1"/>
          <p:nvPr/>
        </p:nvSpPr>
        <p:spPr>
          <a:xfrm>
            <a:off x="6436883" y="147035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DECCD1-5FB5-48A0-9DCD-01C79D4B5BE9}"/>
              </a:ext>
            </a:extLst>
          </p:cNvPr>
          <p:cNvSpPr txBox="1"/>
          <p:nvPr/>
        </p:nvSpPr>
        <p:spPr>
          <a:xfrm>
            <a:off x="8458619" y="244231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849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59AFA45A-385C-4FDF-98B2-C0D3BD54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5" t="2040" r="12530" b="6939"/>
          <a:stretch/>
        </p:blipFill>
        <p:spPr>
          <a:xfrm>
            <a:off x="755780" y="1"/>
            <a:ext cx="105124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BAEFF-65EB-4F94-9915-8B6235A13788}"/>
              </a:ext>
            </a:extLst>
          </p:cNvPr>
          <p:cNvSpPr txBox="1"/>
          <p:nvPr/>
        </p:nvSpPr>
        <p:spPr>
          <a:xfrm>
            <a:off x="2627904" y="429807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9957A-9659-4093-A6B9-397A075E0BF7}"/>
              </a:ext>
            </a:extLst>
          </p:cNvPr>
          <p:cNvSpPr txBox="1"/>
          <p:nvPr/>
        </p:nvSpPr>
        <p:spPr>
          <a:xfrm>
            <a:off x="3902639" y="432564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7EE4-32E6-41A9-BC19-69CA40A866A0}"/>
              </a:ext>
            </a:extLst>
          </p:cNvPr>
          <p:cNvSpPr txBox="1"/>
          <p:nvPr/>
        </p:nvSpPr>
        <p:spPr>
          <a:xfrm>
            <a:off x="2413105" y="507150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F7E0F-F637-47C6-B0B4-202AF9C707AB}"/>
              </a:ext>
            </a:extLst>
          </p:cNvPr>
          <p:cNvSpPr txBox="1"/>
          <p:nvPr/>
        </p:nvSpPr>
        <p:spPr>
          <a:xfrm>
            <a:off x="3726582" y="56524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EA1A1-E347-4D47-B330-F4F551E24C7E}"/>
              </a:ext>
            </a:extLst>
          </p:cNvPr>
          <p:cNvSpPr txBox="1"/>
          <p:nvPr/>
        </p:nvSpPr>
        <p:spPr>
          <a:xfrm>
            <a:off x="7001484" y="94278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07245-AD05-4E4C-B704-F474D9DCFA82}"/>
              </a:ext>
            </a:extLst>
          </p:cNvPr>
          <p:cNvSpPr txBox="1"/>
          <p:nvPr/>
        </p:nvSpPr>
        <p:spPr>
          <a:xfrm>
            <a:off x="8061192" y="159479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17BA-1EAE-44E6-A3DB-3A23C6743BBB}"/>
              </a:ext>
            </a:extLst>
          </p:cNvPr>
          <p:cNvSpPr txBox="1"/>
          <p:nvPr/>
        </p:nvSpPr>
        <p:spPr>
          <a:xfrm>
            <a:off x="6654184" y="247263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96BC0-9744-4B0F-A7A1-299ECF7326FF}"/>
              </a:ext>
            </a:extLst>
          </p:cNvPr>
          <p:cNvSpPr txBox="1"/>
          <p:nvPr/>
        </p:nvSpPr>
        <p:spPr>
          <a:xfrm>
            <a:off x="8289460" y="37983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D7989-FA1A-4A9F-BE2B-3FCBD46BA72F}"/>
              </a:ext>
            </a:extLst>
          </p:cNvPr>
          <p:cNvSpPr txBox="1"/>
          <p:nvPr/>
        </p:nvSpPr>
        <p:spPr>
          <a:xfrm>
            <a:off x="7147663" y="36136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33C73-BE93-42FC-B4BA-34CC73E4B463}"/>
              </a:ext>
            </a:extLst>
          </p:cNvPr>
          <p:cNvSpPr txBox="1"/>
          <p:nvPr/>
        </p:nvSpPr>
        <p:spPr>
          <a:xfrm>
            <a:off x="5747186" y="399542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19AFC-FD09-44DD-9120-8AD10027461E}"/>
              </a:ext>
            </a:extLst>
          </p:cNvPr>
          <p:cNvSpPr txBox="1"/>
          <p:nvPr/>
        </p:nvSpPr>
        <p:spPr>
          <a:xfrm>
            <a:off x="3942387" y="33884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D7C233-A907-4826-B80E-896A40BDC158}"/>
              </a:ext>
            </a:extLst>
          </p:cNvPr>
          <p:cNvSpPr txBox="1"/>
          <p:nvPr/>
        </p:nvSpPr>
        <p:spPr>
          <a:xfrm>
            <a:off x="4773022" y="56235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55EB8-DCDA-4382-B1B0-5BC8D6659F45}"/>
              </a:ext>
            </a:extLst>
          </p:cNvPr>
          <p:cNvSpPr txBox="1"/>
          <p:nvPr/>
        </p:nvSpPr>
        <p:spPr>
          <a:xfrm>
            <a:off x="5008984" y="47555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EE2F4-24DD-47BB-86B4-8E79810495F5}"/>
              </a:ext>
            </a:extLst>
          </p:cNvPr>
          <p:cNvSpPr txBox="1"/>
          <p:nvPr/>
        </p:nvSpPr>
        <p:spPr>
          <a:xfrm>
            <a:off x="9744476" y="367198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1988A-DDEE-4140-B53F-7A2E390A6337}"/>
              </a:ext>
            </a:extLst>
          </p:cNvPr>
          <p:cNvSpPr txBox="1"/>
          <p:nvPr/>
        </p:nvSpPr>
        <p:spPr>
          <a:xfrm>
            <a:off x="8898916" y="468318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83AD5-4B28-4D13-BDDE-D7EECE66C8BD}"/>
              </a:ext>
            </a:extLst>
          </p:cNvPr>
          <p:cNvSpPr txBox="1"/>
          <p:nvPr/>
        </p:nvSpPr>
        <p:spPr>
          <a:xfrm>
            <a:off x="6319315" y="5193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4699C1-9948-4DEE-A262-B25A1D0197B6}"/>
              </a:ext>
            </a:extLst>
          </p:cNvPr>
          <p:cNvSpPr txBox="1"/>
          <p:nvPr/>
        </p:nvSpPr>
        <p:spPr>
          <a:xfrm>
            <a:off x="7383625" y="47038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611BA-E73C-41D4-AE84-D1CBF575CE34}"/>
              </a:ext>
            </a:extLst>
          </p:cNvPr>
          <p:cNvSpPr txBox="1"/>
          <p:nvPr/>
        </p:nvSpPr>
        <p:spPr>
          <a:xfrm>
            <a:off x="5636620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7FE74-BC35-4D70-AB8F-C03F2F594BE9}"/>
              </a:ext>
            </a:extLst>
          </p:cNvPr>
          <p:cNvSpPr txBox="1"/>
          <p:nvPr/>
        </p:nvSpPr>
        <p:spPr>
          <a:xfrm>
            <a:off x="6058471" y="330265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C1F83-A1C8-49D8-9F77-937C23EC40D4}"/>
              </a:ext>
            </a:extLst>
          </p:cNvPr>
          <p:cNvSpPr txBox="1"/>
          <p:nvPr/>
        </p:nvSpPr>
        <p:spPr>
          <a:xfrm>
            <a:off x="1605325" y="33644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C39E2-8858-4C53-854B-6BBF2AE547A6}"/>
              </a:ext>
            </a:extLst>
          </p:cNvPr>
          <p:cNvSpPr txBox="1"/>
          <p:nvPr/>
        </p:nvSpPr>
        <p:spPr>
          <a:xfrm>
            <a:off x="7443957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F93BF-D905-4C43-AF70-B170AC4201F8}"/>
              </a:ext>
            </a:extLst>
          </p:cNvPr>
          <p:cNvSpPr txBox="1"/>
          <p:nvPr/>
        </p:nvSpPr>
        <p:spPr>
          <a:xfrm>
            <a:off x="4504293" y="299536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40C1E-206E-480F-AEFA-82BA77B09805}"/>
              </a:ext>
            </a:extLst>
          </p:cNvPr>
          <p:cNvSpPr txBox="1"/>
          <p:nvPr/>
        </p:nvSpPr>
        <p:spPr>
          <a:xfrm>
            <a:off x="4282339" y="210329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9196C-86D6-41DD-89B2-E8E12BB4E216}"/>
              </a:ext>
            </a:extLst>
          </p:cNvPr>
          <p:cNvSpPr txBox="1"/>
          <p:nvPr/>
        </p:nvSpPr>
        <p:spPr>
          <a:xfrm>
            <a:off x="6436883" y="147035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DECCD1-5FB5-48A0-9DCD-01C79D4B5BE9}"/>
              </a:ext>
            </a:extLst>
          </p:cNvPr>
          <p:cNvSpPr txBox="1"/>
          <p:nvPr/>
        </p:nvSpPr>
        <p:spPr>
          <a:xfrm>
            <a:off x="8458619" y="244231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602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59AFA45A-385C-4FDF-98B2-C0D3BD54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5" t="2040" r="12530" b="6939"/>
          <a:stretch/>
        </p:blipFill>
        <p:spPr>
          <a:xfrm>
            <a:off x="755780" y="1"/>
            <a:ext cx="105124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BAEFF-65EB-4F94-9915-8B6235A13788}"/>
              </a:ext>
            </a:extLst>
          </p:cNvPr>
          <p:cNvSpPr txBox="1"/>
          <p:nvPr/>
        </p:nvSpPr>
        <p:spPr>
          <a:xfrm>
            <a:off x="2627904" y="429807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9957A-9659-4093-A6B9-397A075E0BF7}"/>
              </a:ext>
            </a:extLst>
          </p:cNvPr>
          <p:cNvSpPr txBox="1"/>
          <p:nvPr/>
        </p:nvSpPr>
        <p:spPr>
          <a:xfrm>
            <a:off x="3902639" y="432564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7EE4-32E6-41A9-BC19-69CA40A866A0}"/>
              </a:ext>
            </a:extLst>
          </p:cNvPr>
          <p:cNvSpPr txBox="1"/>
          <p:nvPr/>
        </p:nvSpPr>
        <p:spPr>
          <a:xfrm>
            <a:off x="2413105" y="507150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F7E0F-F637-47C6-B0B4-202AF9C707AB}"/>
              </a:ext>
            </a:extLst>
          </p:cNvPr>
          <p:cNvSpPr txBox="1"/>
          <p:nvPr/>
        </p:nvSpPr>
        <p:spPr>
          <a:xfrm>
            <a:off x="3726582" y="56524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EA1A1-E347-4D47-B330-F4F551E24C7E}"/>
              </a:ext>
            </a:extLst>
          </p:cNvPr>
          <p:cNvSpPr txBox="1"/>
          <p:nvPr/>
        </p:nvSpPr>
        <p:spPr>
          <a:xfrm>
            <a:off x="7001484" y="94278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07245-AD05-4E4C-B704-F474D9DCFA82}"/>
              </a:ext>
            </a:extLst>
          </p:cNvPr>
          <p:cNvSpPr txBox="1"/>
          <p:nvPr/>
        </p:nvSpPr>
        <p:spPr>
          <a:xfrm>
            <a:off x="8061192" y="159479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17BA-1EAE-44E6-A3DB-3A23C6743BBB}"/>
              </a:ext>
            </a:extLst>
          </p:cNvPr>
          <p:cNvSpPr txBox="1"/>
          <p:nvPr/>
        </p:nvSpPr>
        <p:spPr>
          <a:xfrm>
            <a:off x="6654184" y="247263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96BC0-9744-4B0F-A7A1-299ECF7326FF}"/>
              </a:ext>
            </a:extLst>
          </p:cNvPr>
          <p:cNvSpPr txBox="1"/>
          <p:nvPr/>
        </p:nvSpPr>
        <p:spPr>
          <a:xfrm>
            <a:off x="8289460" y="379833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D7989-FA1A-4A9F-BE2B-3FCBD46BA72F}"/>
              </a:ext>
            </a:extLst>
          </p:cNvPr>
          <p:cNvSpPr txBox="1"/>
          <p:nvPr/>
        </p:nvSpPr>
        <p:spPr>
          <a:xfrm>
            <a:off x="7147663" y="36136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33C73-BE93-42FC-B4BA-34CC73E4B463}"/>
              </a:ext>
            </a:extLst>
          </p:cNvPr>
          <p:cNvSpPr txBox="1"/>
          <p:nvPr/>
        </p:nvSpPr>
        <p:spPr>
          <a:xfrm>
            <a:off x="5747186" y="399542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19AFC-FD09-44DD-9120-8AD10027461E}"/>
              </a:ext>
            </a:extLst>
          </p:cNvPr>
          <p:cNvSpPr txBox="1"/>
          <p:nvPr/>
        </p:nvSpPr>
        <p:spPr>
          <a:xfrm>
            <a:off x="3942387" y="33884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D7C233-A907-4826-B80E-896A40BDC158}"/>
              </a:ext>
            </a:extLst>
          </p:cNvPr>
          <p:cNvSpPr txBox="1"/>
          <p:nvPr/>
        </p:nvSpPr>
        <p:spPr>
          <a:xfrm>
            <a:off x="4773022" y="56235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55EB8-DCDA-4382-B1B0-5BC8D6659F45}"/>
              </a:ext>
            </a:extLst>
          </p:cNvPr>
          <p:cNvSpPr txBox="1"/>
          <p:nvPr/>
        </p:nvSpPr>
        <p:spPr>
          <a:xfrm>
            <a:off x="5008984" y="47555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EE2F4-24DD-47BB-86B4-8E79810495F5}"/>
              </a:ext>
            </a:extLst>
          </p:cNvPr>
          <p:cNvSpPr txBox="1"/>
          <p:nvPr/>
        </p:nvSpPr>
        <p:spPr>
          <a:xfrm>
            <a:off x="9744476" y="367198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1988A-DDEE-4140-B53F-7A2E390A6337}"/>
              </a:ext>
            </a:extLst>
          </p:cNvPr>
          <p:cNvSpPr txBox="1"/>
          <p:nvPr/>
        </p:nvSpPr>
        <p:spPr>
          <a:xfrm>
            <a:off x="8898916" y="468318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83AD5-4B28-4D13-BDDE-D7EECE66C8BD}"/>
              </a:ext>
            </a:extLst>
          </p:cNvPr>
          <p:cNvSpPr txBox="1"/>
          <p:nvPr/>
        </p:nvSpPr>
        <p:spPr>
          <a:xfrm>
            <a:off x="6319315" y="5193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4699C1-9948-4DEE-A262-B25A1D0197B6}"/>
              </a:ext>
            </a:extLst>
          </p:cNvPr>
          <p:cNvSpPr txBox="1"/>
          <p:nvPr/>
        </p:nvSpPr>
        <p:spPr>
          <a:xfrm>
            <a:off x="7383625" y="470380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611BA-E73C-41D4-AE84-D1CBF575CE34}"/>
              </a:ext>
            </a:extLst>
          </p:cNvPr>
          <p:cNvSpPr txBox="1"/>
          <p:nvPr/>
        </p:nvSpPr>
        <p:spPr>
          <a:xfrm>
            <a:off x="5636620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7FE74-BC35-4D70-AB8F-C03F2F594BE9}"/>
              </a:ext>
            </a:extLst>
          </p:cNvPr>
          <p:cNvSpPr txBox="1"/>
          <p:nvPr/>
        </p:nvSpPr>
        <p:spPr>
          <a:xfrm>
            <a:off x="6058471" y="330265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C1F83-A1C8-49D8-9F77-937C23EC40D4}"/>
              </a:ext>
            </a:extLst>
          </p:cNvPr>
          <p:cNvSpPr txBox="1"/>
          <p:nvPr/>
        </p:nvSpPr>
        <p:spPr>
          <a:xfrm>
            <a:off x="1605325" y="33644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C39E2-8858-4C53-854B-6BBF2AE547A6}"/>
              </a:ext>
            </a:extLst>
          </p:cNvPr>
          <p:cNvSpPr txBox="1"/>
          <p:nvPr/>
        </p:nvSpPr>
        <p:spPr>
          <a:xfrm>
            <a:off x="7443957" y="284196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F93BF-D905-4C43-AF70-B170AC4201F8}"/>
              </a:ext>
            </a:extLst>
          </p:cNvPr>
          <p:cNvSpPr txBox="1"/>
          <p:nvPr/>
        </p:nvSpPr>
        <p:spPr>
          <a:xfrm>
            <a:off x="4504293" y="299536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40C1E-206E-480F-AEFA-82BA77B09805}"/>
              </a:ext>
            </a:extLst>
          </p:cNvPr>
          <p:cNvSpPr txBox="1"/>
          <p:nvPr/>
        </p:nvSpPr>
        <p:spPr>
          <a:xfrm>
            <a:off x="4282339" y="2103299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9196C-86D6-41DD-89B2-E8E12BB4E216}"/>
              </a:ext>
            </a:extLst>
          </p:cNvPr>
          <p:cNvSpPr txBox="1"/>
          <p:nvPr/>
        </p:nvSpPr>
        <p:spPr>
          <a:xfrm>
            <a:off x="6436883" y="147035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DECCD1-5FB5-48A0-9DCD-01C79D4B5BE9}"/>
              </a:ext>
            </a:extLst>
          </p:cNvPr>
          <p:cNvSpPr txBox="1"/>
          <p:nvPr/>
        </p:nvSpPr>
        <p:spPr>
          <a:xfrm>
            <a:off x="8458619" y="244231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779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125</Words>
  <Application>Microsoft Office PowerPoint</Application>
  <PresentationFormat>와이드스크린</PresentationFormat>
  <Paragraphs>125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박준형(***9***087)</dc:creator>
  <cp:lastModifiedBy>박준형(***9***087)</cp:lastModifiedBy>
  <cp:revision>2</cp:revision>
  <dcterms:created xsi:type="dcterms:W3CDTF">2022-03-01T05:45:40Z</dcterms:created>
  <dcterms:modified xsi:type="dcterms:W3CDTF">2022-03-01T06:02:57Z</dcterms:modified>
</cp:coreProperties>
</file>